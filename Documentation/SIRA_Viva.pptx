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949" autoAdjust="0"/>
  </p:normalViewPr>
  <p:slideViewPr>
    <p:cSldViewPr snapToGrid="0" snapToObjects="1">
      <p:cViewPr varScale="1">
        <p:scale>
          <a:sx n="97" d="100"/>
          <a:sy n="97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44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412480" y="822960"/>
            <a:ext cx="73152" cy="73152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961120" y="274320"/>
            <a:ext cx="73152" cy="73152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138160" y="1371600"/>
            <a:ext cx="73152" cy="73152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686800" y="1737360"/>
            <a:ext cx="73152" cy="73152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32320" y="640080"/>
            <a:ext cx="73152" cy="73152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321040" y="2286000"/>
            <a:ext cx="73152" cy="73152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680960" y="1828800"/>
            <a:ext cx="73152" cy="73152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S.I.R.A.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822960" y="1463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Response Assistant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576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cybersecurity for small businesses who can't afford a SOC.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5760" y="2788920"/>
            <a:ext cx="457200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6576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Stage Computing Project  ·  2025 / 2026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Cybersecurity Gap for SMEs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37360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042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Threat, Low Budget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852928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are heavily targeted by cyberattacks but simply cannot afford a dedicated Security Operations Centre (SOC) or a SIEM platform like Splunk.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72968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172968" y="1508760"/>
            <a:ext cx="26974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355848" y="1664208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737360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23042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'Free Tool' Trap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10128" y="2852928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IDS tools like Suricata exist but output raw, highly complex log data. A business owner or even a junior IT admin cannot realistically interpret these logs.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25896" y="150876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6025896" y="1508760"/>
            <a:ext cx="26974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6208776" y="1664208"/>
            <a:ext cx="502920" cy="50292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737360"/>
            <a:ext cx="338328" cy="3383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63056" y="23042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63056" y="2852928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alert looks equally alarming and incomprehensible, real threats get ignored. Existing free tools provide zero context, zero priority, and zero next steps.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SMEs suffered a cyberattack in a 12-month period  ·  avg breach cost: $3.9M  ·  targeted because they're seen as soft targets  (Hiscox 2025)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S.I.R.A. — What It Does &amp; Why It's Better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0233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converts raw System/Snort logs into plain-English summaries tailored to the user's technical level.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40233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659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+ Triage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2011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is automatically scored 1–10. Critical threats surface immediately; low-level noise is deprioritised.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0040" y="3154680"/>
            <a:ext cx="40233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66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Playbooks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9728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'here's an alert' — SIRA generates step-by-step mitigation checklists the user can work through directly.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63440" y="3154680"/>
            <a:ext cx="402336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5661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AI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4068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sets their skill level (Business Owner / IT Support / SOC Analyst). The AI adjusts its language and depth accordingly.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Splunk: ~$150/GB/day  ·  vs. Snort: raw logs only, no context  ·  vs. manual review: 4–8hrs per analyst per day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S.I.R.A. Works End-to-End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481328" cy="1234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28600" y="152704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28600" y="20391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Event Log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2034540"/>
            <a:ext cx="2743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920240" y="19293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57400" y="1417320"/>
            <a:ext cx="1481328" cy="1234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057400" y="152704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Forwarder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48840" y="196596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057400" y="20391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+ batch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2034540"/>
            <a:ext cx="2743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749040" y="19293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86200" y="1417320"/>
            <a:ext cx="148132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886200" y="152704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977640" y="196596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886200" y="20391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Summary + mitigation steps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1–10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94960" y="2034540"/>
            <a:ext cx="2743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577840" y="19293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15000" y="1417320"/>
            <a:ext cx="1481328" cy="1234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715000" y="152704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06440" y="196596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715000" y="20391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 encrypted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23760" y="2034540"/>
            <a:ext cx="2743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406640" y="192938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366F1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43800" y="1417320"/>
            <a:ext cx="1481328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543800" y="152704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35240" y="1965960"/>
            <a:ext cx="1298448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543800" y="20391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+ render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 Applied Across the Pipeline: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3246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20040" y="3246120"/>
            <a:ext cx="2651760" cy="548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84632" y="338328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38144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0584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 Encryption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84632" y="3886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incident data + AI insights encrypted at rest in Firestore using Fernet (AES-128 CBC). Decrypted only in the Python backend RAM.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172968" y="3246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3172968" y="3246120"/>
            <a:ext cx="2651760" cy="548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3337560" y="338328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438144"/>
            <a:ext cx="274320" cy="27432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3858768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Authentication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3337560" y="3886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enforces X-API-Key header on every request. 403 Forbidden if missing or wrong. Prevents direct DB access from the browser.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025896" y="32461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8" name="Shape 44"/>
          <p:cNvSpPr/>
          <p:nvPr/>
        </p:nvSpPr>
        <p:spPr>
          <a:xfrm>
            <a:off x="6025896" y="3246120"/>
            <a:ext cx="2651760" cy="5486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5"/>
          <p:cNvSpPr/>
          <p:nvPr/>
        </p:nvSpPr>
        <p:spPr>
          <a:xfrm>
            <a:off x="6190488" y="3383280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3438144"/>
            <a:ext cx="274320" cy="274320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6711696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(Pre-AI)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6190488" y="3886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Forwarder scrubs IP addresses, MAC addresses, and Windows paths from raw logs via Regex before any data leaves the local machine.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JUSTIFICATION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These Technologies? Decision Matrix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854763"/>
              </p:ext>
            </p:extLst>
          </p:nvPr>
        </p:nvGraphicFramePr>
        <p:xfrm>
          <a:off x="320040" y="1325880"/>
          <a:ext cx="8503920" cy="314858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Chose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Critique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Firestore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(original plan)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on_snapshot real-time listeners — avoids building a custom WebSocket server entirely. PostgreSQL was dropped to reduce infrastructure complexity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makes complex relational queries very hard. Would migrate for v2.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async, automatic OpenAPI docs, Pydantic validation — faster to build secure APIs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Overkill for a prototype, but pays off as the codebase scales.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HTML/JS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reuse (</a:t>
                      </a:r>
                      <a:r>
                        <a:rPr lang="en-US" sz="9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StatCard</a:t>
                      </a: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Recharts integration, and type safety across large codebase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build complexity — not needed for a simple static page, but essential here.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1.5 Flash-Lite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 (local) / GPT-4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sufficient for the prototype; abstracts all hardware overhead — local Llama 3 was ruled out due to SME hardware constraints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likely produces stronger summaries; would re-evaluate at scale.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Fernet (AES-128)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 / no encrypt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AES-128 provides authenticated encryption — data cannot be tampered with silently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key stored in .env — a HSM or KMS would be needed in production.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Problems I Discovered &amp; How I Solved Them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23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233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1: Firebase Read Quota Exhaustion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14884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data, every page load and polling refresh was hitting Firestore directly. The free-tier quota (50,000 reads/day) was exhausted within hours during testing.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PyCache (0-Read Mode)
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all GET queries with a Python in-memory RAM cache (GLOBAL_INCIDENTS_CACHE). A single Firestore on_snapshot listener keeps the cache updated in real-time. The React frontend now reads from Python RAM — zero Firestore reads per request.
</a:t>
            </a: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quota: ~50,000 reads/day → effectively 0. Latency also improved significantly.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417320"/>
            <a:ext cx="4023360" cy="342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800600" y="1417320"/>
            <a:ext cx="40233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5544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2: AI API Rate Limiting &amp; Batching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83480" y="214884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Gemini once per log line was unsustainable — it hammered the API rate limit (HTTP 429) and cost too much. A 500-event burst fired 500 individual API calls, crashing the system.
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UUID Batch Queue
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buffer in-memory up to a cap of 50 lines per batch. A single Gemini call analyses the entire batch, returning a structured JSON object keyed by UUID, then un-mapped to individual incidents. A 60-second delay between calls prevents RPM exhaustion.
</a:t>
            </a: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calls: N → ~1 per batch. Zero rejected requests. 100% data retention confirmed in stress testing.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Built vs. What I'd Do Next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0233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Firebase Key Exposure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inspection during integration testing revealed the Firebase VITE_API_KEY is inadvertently exposed in frontend authentication headers. Would need a secure backend proxy in production.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807208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0040" y="2807208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Execution + Crash State Loss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ingestion script requires a terminal to stay open — it has no background service mode. If it crashes, unprocessed logs lose their read-state and restart from line one, risking duplicates.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813048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0040" y="3813048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 Flaw (Business Owner)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revealed the 'Business Owner' persona occasionally tells users to 'escalate to an IT team' — directly contradicting the reality of micro-SMEs with no IT staff. Applied initial fixes but prompt may need further tuning.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32588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00600" y="13258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Future Architectural Evolution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801368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00600" y="1801368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98348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Auth via Backend Proxy + JWT Zero-Trust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2148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key exposure by routing all Firebase auth requests through the FastAPI backend, and implement Firebase JWT for true zero-trust session management.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807208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00600" y="2807208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98348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Background Service + AWS / PostgreSQL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Python script as a proper Windows/Linux service for always-on monitoring. Migrate to AWS Lambda + RDS (PostgreSQL) for enterprise SQL querying and scalability.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813048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800600" y="3813048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98348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 + Macro Analytics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AI summaries to ATT&amp;CK framework techniques. Feed long-term aggregated data back to the LLM to generate weekly security posture reports — a direct UAT request.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115568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865376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615184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364992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0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864608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614416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364224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114032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863840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613648" y="27432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65760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115568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865376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615184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364992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0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64608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614416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364224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114032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863840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613648" y="1078992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65760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115568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865376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2615184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364992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114800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864608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614416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364224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114032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63840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8613648" y="1883664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365760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115568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865376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2615184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3364992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4114800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4864608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5614416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364224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7114032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7863840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8613648" y="2688336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365760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1115568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865376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2615184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3364992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114800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864608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5614416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6364224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7114032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7863840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8613648" y="3493008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365760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1115568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1865376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2615184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3364992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4114800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4864608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5614416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6364224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7114032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7863840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8613648" y="4297680"/>
            <a:ext cx="45720" cy="45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  <a:endParaRPr lang="en-US" sz="9000" dirty="0"/>
          </a:p>
        </p:txBody>
      </p:sp>
      <p:sp>
        <p:nvSpPr>
          <p:cNvPr id="75" name="Text 7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S.I.R.A. dashboard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1188720" y="3383280"/>
            <a:ext cx="21488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1188720" y="3383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Feed + AI Insights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657600" y="3383280"/>
            <a:ext cx="21488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3657600" y="3383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126480" y="3383280"/>
            <a:ext cx="21488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6126480" y="3383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Skill Levels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</Words>
  <Application>Microsoft Office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S.I.R.A. – Security Incident Response Assistant</dc:title>
  <dc:subject>PptxGenJS Presentation</dc:subject>
  <dc:creator>PptxGenJS</dc:creator>
  <cp:lastModifiedBy>matthew fish</cp:lastModifiedBy>
  <cp:revision>6</cp:revision>
  <dcterms:created xsi:type="dcterms:W3CDTF">2026-05-12T11:45:31Z</dcterms:created>
  <dcterms:modified xsi:type="dcterms:W3CDTF">2026-05-14T08:58:52Z</dcterms:modified>
</cp:coreProperties>
</file>